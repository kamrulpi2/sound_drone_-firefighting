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1" d="100"/>
          <a:sy n="41" d="100"/>
        </p:scale>
        <p:origin x="18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DFAA-352C-4B50-B558-373999AF0E99}" type="datetimeFigureOut">
              <a:rPr lang="en-US" smtClean="0"/>
              <a:t>08-Jul-25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299B-FC8A-4943-B415-9F3AB87A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8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DFAA-352C-4B50-B558-373999AF0E99}" type="datetimeFigureOut">
              <a:rPr lang="en-US" smtClean="0"/>
              <a:t>08-Jul-25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299B-FC8A-4943-B415-9F3AB87A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3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DFAA-352C-4B50-B558-373999AF0E99}" type="datetimeFigureOut">
              <a:rPr lang="en-US" smtClean="0"/>
              <a:t>08-Jul-25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299B-FC8A-4943-B415-9F3AB87A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2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DFAA-352C-4B50-B558-373999AF0E99}" type="datetimeFigureOut">
              <a:rPr lang="en-US" smtClean="0"/>
              <a:t>08-Jul-25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299B-FC8A-4943-B415-9F3AB87A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85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DFAA-352C-4B50-B558-373999AF0E99}" type="datetimeFigureOut">
              <a:rPr lang="en-US" smtClean="0"/>
              <a:t>08-Jul-25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299B-FC8A-4943-B415-9F3AB87A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70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DFAA-352C-4B50-B558-373999AF0E99}" type="datetimeFigureOut">
              <a:rPr lang="en-US" smtClean="0"/>
              <a:t>08-Jul-25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299B-FC8A-4943-B415-9F3AB87A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31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DFAA-352C-4B50-B558-373999AF0E99}" type="datetimeFigureOut">
              <a:rPr lang="en-US" smtClean="0"/>
              <a:t>08-Jul-25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299B-FC8A-4943-B415-9F3AB87A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80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DFAA-352C-4B50-B558-373999AF0E99}" type="datetimeFigureOut">
              <a:rPr lang="en-US" smtClean="0"/>
              <a:t>08-Jul-25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299B-FC8A-4943-B415-9F3AB87A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7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DFAA-352C-4B50-B558-373999AF0E99}" type="datetimeFigureOut">
              <a:rPr lang="en-US" smtClean="0"/>
              <a:t>08-Jul-25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299B-FC8A-4943-B415-9F3AB87A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4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DFAA-352C-4B50-B558-373999AF0E99}" type="datetimeFigureOut">
              <a:rPr lang="en-US" smtClean="0"/>
              <a:t>08-Jul-25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299B-FC8A-4943-B415-9F3AB87A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38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DFAA-352C-4B50-B558-373999AF0E99}" type="datetimeFigureOut">
              <a:rPr lang="en-US" smtClean="0"/>
              <a:t>08-Jul-25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299B-FC8A-4943-B415-9F3AB87A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13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CDFAA-352C-4B50-B558-373999AF0E99}" type="datetimeFigureOut">
              <a:rPr lang="en-US" smtClean="0"/>
              <a:t>08-Jul-25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C299B-FC8A-4943-B415-9F3AB87A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315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F791D6-BA5C-4A98-9B1C-60142DD0197A}"/>
              </a:ext>
            </a:extLst>
          </p:cNvPr>
          <p:cNvSpPr/>
          <p:nvPr/>
        </p:nvSpPr>
        <p:spPr>
          <a:xfrm>
            <a:off x="2113085" y="1170375"/>
            <a:ext cx="2444262" cy="676072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START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6E1674-9B01-4BF6-88CA-3CB701D862BD}"/>
              </a:ext>
            </a:extLst>
          </p:cNvPr>
          <p:cNvSpPr/>
          <p:nvPr/>
        </p:nvSpPr>
        <p:spPr>
          <a:xfrm>
            <a:off x="2113085" y="2928353"/>
            <a:ext cx="2444262" cy="676072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CHECK BLUETOOTH 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281AAB-3DBB-4149-975C-E63E944D7405}"/>
              </a:ext>
            </a:extLst>
          </p:cNvPr>
          <p:cNvSpPr/>
          <p:nvPr/>
        </p:nvSpPr>
        <p:spPr>
          <a:xfrm>
            <a:off x="2113085" y="7901836"/>
            <a:ext cx="2444262" cy="676072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GENERATE TONE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1B5AC2-2F35-49E2-8417-6ABE4639F270}"/>
              </a:ext>
            </a:extLst>
          </p:cNvPr>
          <p:cNvSpPr/>
          <p:nvPr/>
        </p:nvSpPr>
        <p:spPr>
          <a:xfrm>
            <a:off x="2113085" y="9659815"/>
            <a:ext cx="2444262" cy="676072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RESET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7B107CB3-71C4-4F64-9613-FBAB10E65E9D}"/>
              </a:ext>
            </a:extLst>
          </p:cNvPr>
          <p:cNvSpPr/>
          <p:nvPr/>
        </p:nvSpPr>
        <p:spPr>
          <a:xfrm>
            <a:off x="1951893" y="4686331"/>
            <a:ext cx="2766646" cy="213359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IF</a:t>
            </a:r>
          </a:p>
          <a:p>
            <a:pPr algn="ctr"/>
            <a:r>
              <a:rPr lang="en-US" sz="1800" b="1" dirty="0"/>
              <a:t>FIRE COMMAND RECEIVED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2F2EE1-778D-401D-AF45-8A3C16EBF02D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335216" y="1846447"/>
            <a:ext cx="0" cy="1081906"/>
          </a:xfrm>
          <a:prstGeom prst="straightConnector1">
            <a:avLst/>
          </a:prstGeom>
          <a:ln w="762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8C5A6C-FA63-4B71-A702-D7128E86108D}"/>
              </a:ext>
            </a:extLst>
          </p:cNvPr>
          <p:cNvCxnSpPr/>
          <p:nvPr/>
        </p:nvCxnSpPr>
        <p:spPr>
          <a:xfrm>
            <a:off x="3329354" y="3604425"/>
            <a:ext cx="0" cy="1081906"/>
          </a:xfrm>
          <a:prstGeom prst="straightConnector1">
            <a:avLst/>
          </a:prstGeom>
          <a:ln w="762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3AD2EE-3865-4513-BDB6-E41EB1C51FC6}"/>
              </a:ext>
            </a:extLst>
          </p:cNvPr>
          <p:cNvCxnSpPr/>
          <p:nvPr/>
        </p:nvCxnSpPr>
        <p:spPr>
          <a:xfrm>
            <a:off x="3329354" y="6819930"/>
            <a:ext cx="0" cy="1081906"/>
          </a:xfrm>
          <a:prstGeom prst="straightConnector1">
            <a:avLst/>
          </a:prstGeom>
          <a:ln w="762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87C0AA-7276-4784-BCF5-1806E753E7DD}"/>
              </a:ext>
            </a:extLst>
          </p:cNvPr>
          <p:cNvCxnSpPr/>
          <p:nvPr/>
        </p:nvCxnSpPr>
        <p:spPr>
          <a:xfrm>
            <a:off x="3329354" y="8577909"/>
            <a:ext cx="0" cy="1081906"/>
          </a:xfrm>
          <a:prstGeom prst="straightConnector1">
            <a:avLst/>
          </a:prstGeom>
          <a:ln w="762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2A2A8DC-9F8C-48ED-816D-782D5DC3E265}"/>
              </a:ext>
            </a:extLst>
          </p:cNvPr>
          <p:cNvCxnSpPr>
            <a:cxnSpLocks/>
            <a:stCxn id="12" idx="3"/>
            <a:endCxn id="5" idx="3"/>
          </p:cNvCxnSpPr>
          <p:nvPr/>
        </p:nvCxnSpPr>
        <p:spPr>
          <a:xfrm flipH="1" flipV="1">
            <a:off x="4557347" y="3266389"/>
            <a:ext cx="161192" cy="2486742"/>
          </a:xfrm>
          <a:prstGeom prst="bentConnector3">
            <a:avLst>
              <a:gd name="adj1" fmla="val -723637"/>
            </a:avLst>
          </a:prstGeom>
          <a:ln w="60325"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90BFEE4-74BA-4163-9B3D-A2DAE6B09CF1}"/>
              </a:ext>
            </a:extLst>
          </p:cNvPr>
          <p:cNvSpPr txBox="1"/>
          <p:nvPr/>
        </p:nvSpPr>
        <p:spPr>
          <a:xfrm>
            <a:off x="3341079" y="699155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ACA445-FB29-418C-BEDA-C420B064CB3D}"/>
              </a:ext>
            </a:extLst>
          </p:cNvPr>
          <p:cNvSpPr txBox="1"/>
          <p:nvPr/>
        </p:nvSpPr>
        <p:spPr>
          <a:xfrm>
            <a:off x="4812323" y="5906501"/>
            <a:ext cx="73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741537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13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</cp:revision>
  <dcterms:created xsi:type="dcterms:W3CDTF">2025-07-08T01:25:20Z</dcterms:created>
  <dcterms:modified xsi:type="dcterms:W3CDTF">2025-07-08T01:53:51Z</dcterms:modified>
</cp:coreProperties>
</file>